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66" r:id="rId4"/>
    <p:sldId id="267" r:id="rId5"/>
    <p:sldId id="268" r:id="rId6"/>
    <p:sldId id="384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5FB5C-6093-4C7A-A588-64F3A8BCA415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8F5C2-1C11-47E7-B6FE-660F32C29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481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8B68C18-1BF1-F447-95ED-60EAAE35426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410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8B68C18-1BF1-F447-95ED-60EAAE35426E}" type="slidenum">
              <a:rPr lang="ru-RU" noProof="0" smtClean="0"/>
              <a:t>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10162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8B68C18-1BF1-F447-95ED-60EAAE35426E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30798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8B68C18-1BF1-F447-95ED-60EAAE35426E}" type="slidenum">
              <a:rPr lang="ru-RU" noProof="0" smtClean="0"/>
              <a:t>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56132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8B68C18-1BF1-F447-95ED-60EAAE35426E}" type="slidenum">
              <a:rPr lang="ru-RU" noProof="0" smtClean="0"/>
              <a:t>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82057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B57D50D-BAA9-464B-B391-243138E078D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0E56A-96A9-2557-A2F7-27A82FC07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ADD64E-2FD6-1364-CC16-8CE12201F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41AB13-F886-675B-DED9-3715BFC0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3B1AA4-75B1-656A-A037-6F9DB56C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D35D5A-267A-A40E-3F92-2CD197EC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1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12FCE6-CD13-C387-9685-DCE728E6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7D55F-F799-7ED6-0F1C-D88F83264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E717EC-1EFC-4DA1-CB1D-47EF24BF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09512-4D80-21E2-11A4-7FF7058C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6BBC90-54D6-FB33-3A13-12876B24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00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AB9D7-15B4-D831-288B-1D9F2243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9BE978-D3D6-80E7-FE0C-D79FC1A9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917B4B-FCF4-10D7-C4E5-C267DE4B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52F134-F4AF-6DEB-7E52-6DB5B597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4B277-58C1-A6D6-9FE7-7CE92FA6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71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95FF7-8275-677A-373A-00E2DBC3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3D8213-C710-FC3F-0834-747391FCB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6AB65E-444D-DFA8-6173-0C97EA3D4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AD39CB-B786-9841-0F6B-B4B56CFB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859F26-047D-F46A-5118-F219ACBE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1558FD-4456-3404-CCBD-5E28AAD9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87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7394F-CF65-BE00-9C71-614DB58D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5F2BAD-965B-9500-BE3A-332822A78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D6B7A2-2002-3BB6-8423-E70C928E5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4979CF-3C86-E20E-2823-F5E42D907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4CFB0B6-8FDB-B9B0-EB0F-BD1682B4C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356C51-9E25-7344-EE35-860076B3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1A27E0-746F-08E0-93C5-E91B9DF2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153F68-153F-0BF5-0D45-953034C9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97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A4EF-3AB8-CEB5-E638-2D73E7F9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09974F-05B5-7349-028B-6EE7C8FA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4994A2-0410-B50E-89A2-7EB8B49A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6DC0A0-CECD-CCBE-533E-0C6294EC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98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D51DB1-228A-B217-9187-42995CE7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4854EF-B505-CC6E-FDA3-B3371683E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A81ED2-51A9-7DF7-75E9-43BFBA78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11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317F2-EB4C-B116-5F44-BFF1B0C3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5A707A-F077-CDF5-7950-F1D371B9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BFC29E-E986-F23E-F71B-8B27E5684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AB4D03-13AB-6ECE-3048-F57EFCF9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C358FE-A4FB-B617-806C-A6DED88BA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DBEB0A-65EF-596E-9D8A-DBD27302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17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4CCD3-956F-8400-D2D4-C57A7D2D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F2F2DE1-073E-7A24-0D7C-D95413ED8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10861E-8DAC-7A56-98CF-59C558BDF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015851-0418-2BA5-2B0F-9877077F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23F606-6F9C-D16D-4E62-D4776E20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68C705-9B0C-C3D4-1253-5340B045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55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E610D-4F18-F53C-CDF9-E3B62C94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113411-14BC-7E87-E909-A427DECED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B4FDD6-F0BE-56C1-3977-46630C98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CE223F-058B-5D57-FA96-157B7FDB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D8C0B5-285F-D34B-0411-C63A617A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44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8E2CCD-EB42-A77D-4D22-3ADAA0CB6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F03233-8E89-587A-DA61-0B4F5FDD7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50F59-4BB1-150D-8907-321A36A7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04AC9-803A-EE8F-DC26-43D63EF4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F0E66-B71D-5B79-3AD4-DE264148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370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итульный слайд с изображение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 title="Фигура номера страницы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cxnSp>
        <p:nvCxnSpPr>
          <p:cNvPr id="9" name="Прямая соединительная линия 8" title="Вертикальная линейка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/>
              <a:t>Вставьте портрет</a:t>
            </a:r>
          </a:p>
        </p:txBody>
      </p:sp>
    </p:spTree>
    <p:extLst>
      <p:ext uri="{BB962C8B-B14F-4D97-AF65-F5344CB8AC3E}">
        <p14:creationId xmlns:p14="http://schemas.microsoft.com/office/powerpoint/2010/main" val="3011328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 пунктов с изображениями или значками (светл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9C7C88-744B-4C62-A2F6-C8016D2377F8}" type="datetime1">
              <a:rPr lang="ru-RU" noProof="0" smtClean="0"/>
              <a:t>26.11.2024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ru-RU" noProof="0"/>
              <a:t>Поместите здесь подзаголовок</a:t>
            </a:r>
          </a:p>
        </p:txBody>
      </p:sp>
      <p:cxnSp>
        <p:nvCxnSpPr>
          <p:cNvPr id="21" name="Прямая соединительная линия 20" title="Горизонтальная линейка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бъект 2">
            <a:extLst>
              <a:ext uri="{FF2B5EF4-FFF2-40B4-BE49-F238E27FC236}">
                <a16:creationId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3" name="Текст 6">
            <a:extLst>
              <a:ext uri="{FF2B5EF4-FFF2-40B4-BE49-F238E27FC236}">
                <a16:creationId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4" name="Текст 15">
            <a:extLst>
              <a:ext uri="{FF2B5EF4-FFF2-40B4-BE49-F238E27FC236}">
                <a16:creationId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6" name="Рисунок 22">
            <a:extLst>
              <a:ext uri="{FF2B5EF4-FFF2-40B4-BE49-F238E27FC236}">
                <a16:creationId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8" name="Рисунок 26">
            <a:extLst>
              <a:ext uri="{FF2B5EF4-FFF2-40B4-BE49-F238E27FC236}">
                <a16:creationId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9" name="Рисунок 30">
            <a:extLst>
              <a:ext uri="{FF2B5EF4-FFF2-40B4-BE49-F238E27FC236}">
                <a16:creationId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0" name="Рисунок 32">
            <a:extLst>
              <a:ext uri="{FF2B5EF4-FFF2-40B4-BE49-F238E27FC236}">
                <a16:creationId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1" name="Рисунок 34">
            <a:extLst>
              <a:ext uri="{FF2B5EF4-FFF2-40B4-BE49-F238E27FC236}">
                <a16:creationId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4260387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яд пронумерованных пун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/>
              <a:t>Описание мероприятия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E63977-0BBE-4B98-92DC-B425CC445AFD}" type="datetime1">
              <a:rPr lang="ru-RU" noProof="0" smtClean="0"/>
              <a:t>26.11.2024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/>
              <a:t>Описание мероприятия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/>
              <a:t>Описание мероприятия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1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3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ru-RU" noProof="0"/>
              <a:t>Поместите здесь подзаголовок</a:t>
            </a:r>
          </a:p>
        </p:txBody>
      </p:sp>
      <p:cxnSp>
        <p:nvCxnSpPr>
          <p:cNvPr id="21" name="Прямая соединительная линия 20" title="Горизонтальная линейка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50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 пунктов с изображениями или значкам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6" title="Фигура номера страницы">
            <a:extLst>
              <a:ext uri="{FF2B5EF4-FFF2-40B4-BE49-F238E27FC236}">
                <a16:creationId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63E264E-1A9D-40D1-A00A-738D3C34FEF6}" type="datetime1">
              <a:rPr lang="ru-RU" noProof="0" smtClean="0"/>
              <a:t>26.11.2024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ru-RU" noProof="0"/>
              <a:t>Поместите здесь подзаголовок</a:t>
            </a:r>
          </a:p>
        </p:txBody>
      </p:sp>
      <p:cxnSp>
        <p:nvCxnSpPr>
          <p:cNvPr id="21" name="Прямая соединительная линия 20" title="Горизонтальная линейка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510254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 фотографий среднего размера с описа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rtlCol="0" anchor="b"/>
          <a:lstStyle>
            <a:lvl1pPr>
              <a:defRPr/>
            </a:lvl1pPr>
          </a:lstStyle>
          <a:p>
            <a:pPr rtl="0"/>
            <a:r>
              <a:rPr lang="ru-RU" noProof="0"/>
              <a:t>Щелкните, чтобы изменить 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7B5713-3C89-4657-9EE3-C200FB574CE0}" type="datetime1">
              <a:rPr lang="ru-RU" noProof="0" smtClean="0"/>
              <a:t>26.11.2024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ru-RU" noProof="0"/>
              <a:t>Поместите здесь подзаголовок</a:t>
            </a:r>
          </a:p>
        </p:txBody>
      </p:sp>
      <p:cxnSp>
        <p:nvCxnSpPr>
          <p:cNvPr id="21" name="Прямая соединительная линия 20" title="Горизонтальная линейка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Рисунок 10">
            <a:extLst>
              <a:ext uri="{FF2B5EF4-FFF2-40B4-BE49-F238E27FC236}">
                <a16:creationId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/>
              <a:t>Вставьте портрет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2" name="Текст 8">
            <a:extLst>
              <a:ext uri="{FF2B5EF4-FFF2-40B4-BE49-F238E27FC236}">
                <a16:creationId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5" name="Текст 15">
            <a:extLst>
              <a:ext uri="{FF2B5EF4-FFF2-40B4-BE49-F238E27FC236}">
                <a16:creationId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Описание пункта</a:t>
            </a:r>
          </a:p>
        </p:txBody>
      </p:sp>
      <p:sp>
        <p:nvSpPr>
          <p:cNvPr id="27" name="Рисунок 22">
            <a:extLst>
              <a:ext uri="{FF2B5EF4-FFF2-40B4-BE49-F238E27FC236}">
                <a16:creationId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29" name="Рисунок 26">
            <a:extLst>
              <a:ext uri="{FF2B5EF4-FFF2-40B4-BE49-F238E27FC236}">
                <a16:creationId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0" name="Рисунок 30">
            <a:extLst>
              <a:ext uri="{FF2B5EF4-FFF2-40B4-BE49-F238E27FC236}">
                <a16:creationId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1" name="Рисунок 32">
            <a:extLst>
              <a:ext uri="{FF2B5EF4-FFF2-40B4-BE49-F238E27FC236}">
                <a16:creationId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  <p:sp>
        <p:nvSpPr>
          <p:cNvPr id="32" name="Рисунок 34">
            <a:extLst>
              <a:ext uri="{FF2B5EF4-FFF2-40B4-BE49-F238E27FC236}">
                <a16:creationId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Вставьте значок или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854264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вставить рисунок</a:t>
            </a:r>
          </a:p>
        </p:txBody>
      </p:sp>
      <p:sp>
        <p:nvSpPr>
          <p:cNvPr id="3" name="Дуга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55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49749-EC6A-6601-6F5B-82F2D620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47A28F-8FD4-6D95-27DF-A1E5D45EA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79A98A-EC3F-14D5-E60D-264D8353D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87A8-D756-42CD-8C8E-2711BD01C6EC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386F2-2E94-5992-9C3C-6855D4C73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B03848-AA72-B8C7-AAC2-71A183DDC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91C98-E982-4C50-9DC5-12CDD40A7C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34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2BA191-F1BF-FAD6-858B-F4E1AF8EACC9}"/>
              </a:ext>
            </a:extLst>
          </p:cNvPr>
          <p:cNvSpPr/>
          <p:nvPr/>
        </p:nvSpPr>
        <p:spPr>
          <a:xfrm>
            <a:off x="-3071009" y="1367499"/>
            <a:ext cx="7086600" cy="23977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Prezentatsiya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nomi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66" y="3765295"/>
            <a:ext cx="4633806" cy="1976971"/>
          </a:xfrm>
        </p:spPr>
        <p:txBody>
          <a:bodyPr rtlCol="0"/>
          <a:lstStyle/>
          <a:p>
            <a:pPr rtl="0"/>
            <a:r>
              <a:rPr lang="en-US" sz="2100" dirty="0" err="1"/>
              <a:t>Tomoshabinlar</a:t>
            </a:r>
            <a:r>
              <a:rPr lang="en-US" sz="2100" dirty="0"/>
              <a:t> </a:t>
            </a:r>
            <a:r>
              <a:rPr lang="en-US" sz="2100" dirty="0" err="1"/>
              <a:t>e'tiborini</a:t>
            </a:r>
            <a:r>
              <a:rPr lang="en-US" sz="2100" dirty="0"/>
              <a:t> </a:t>
            </a:r>
            <a:r>
              <a:rPr lang="en-US" sz="2100" dirty="0" err="1"/>
              <a:t>tortadigan</a:t>
            </a:r>
            <a:r>
              <a:rPr lang="en-US" sz="2100" dirty="0"/>
              <a:t> </a:t>
            </a:r>
            <a:r>
              <a:rPr lang="en-US" sz="2100" dirty="0" err="1"/>
              <a:t>nomni</a:t>
            </a:r>
            <a:r>
              <a:rPr lang="en-US" sz="2100" dirty="0"/>
              <a:t> </a:t>
            </a:r>
            <a:r>
              <a:rPr lang="en-US" sz="2100" dirty="0" err="1"/>
              <a:t>o'ylab</a:t>
            </a:r>
            <a:r>
              <a:rPr lang="en-US" sz="2100" dirty="0"/>
              <a:t> toping. </a:t>
            </a:r>
            <a:r>
              <a:rPr lang="en-US" sz="2100" dirty="0" err="1"/>
              <a:t>Ushbu</a:t>
            </a:r>
            <a:r>
              <a:rPr lang="en-US" sz="2100" dirty="0"/>
              <a:t> </a:t>
            </a:r>
            <a:r>
              <a:rPr lang="en-US" sz="2100" dirty="0" err="1"/>
              <a:t>subtitr</a:t>
            </a:r>
            <a:r>
              <a:rPr lang="en-US" sz="2100" dirty="0"/>
              <a:t> </a:t>
            </a:r>
            <a:r>
              <a:rPr lang="en-US" sz="2100" dirty="0" err="1"/>
              <a:t>blokida</a:t>
            </a:r>
            <a:r>
              <a:rPr lang="en-US" sz="2100" dirty="0"/>
              <a:t> </a:t>
            </a:r>
            <a:r>
              <a:rPr lang="en-US" sz="2100" dirty="0" err="1"/>
              <a:t>siz</a:t>
            </a:r>
            <a:r>
              <a:rPr lang="en-US" sz="2100" dirty="0"/>
              <a:t> </a:t>
            </a:r>
            <a:r>
              <a:rPr lang="en-US" sz="2100" dirty="0" err="1"/>
              <a:t>muhokama</a:t>
            </a:r>
            <a:r>
              <a:rPr lang="en-US" sz="2100" dirty="0"/>
              <a:t> </a:t>
            </a:r>
            <a:r>
              <a:rPr lang="en-US" sz="2100" dirty="0" err="1"/>
              <a:t>qilinayotgan</a:t>
            </a:r>
            <a:r>
              <a:rPr lang="en-US" sz="2100" dirty="0"/>
              <a:t> </a:t>
            </a:r>
            <a:r>
              <a:rPr lang="en-US" sz="2100" dirty="0" err="1"/>
              <a:t>shaxsning</a:t>
            </a:r>
            <a:r>
              <a:rPr lang="en-US" sz="2100" dirty="0"/>
              <a:t> </a:t>
            </a:r>
            <a:r>
              <a:rPr lang="en-US" sz="2100" dirty="0" err="1"/>
              <a:t>muhimligini</a:t>
            </a:r>
            <a:r>
              <a:rPr lang="en-US" sz="2100" dirty="0"/>
              <a:t> </a:t>
            </a:r>
            <a:r>
              <a:rPr lang="en-US" sz="2100" dirty="0" err="1"/>
              <a:t>ta'kidlaydigan</a:t>
            </a:r>
            <a:r>
              <a:rPr lang="en-US" sz="2100" dirty="0"/>
              <a:t> </a:t>
            </a:r>
            <a:r>
              <a:rPr lang="en-US" sz="2100" dirty="0" err="1"/>
              <a:t>iqtibos</a:t>
            </a:r>
            <a:r>
              <a:rPr lang="en-US" sz="2100" dirty="0"/>
              <a:t> </a:t>
            </a:r>
            <a:r>
              <a:rPr lang="en-US" sz="2100" dirty="0" err="1"/>
              <a:t>yoki</a:t>
            </a:r>
            <a:r>
              <a:rPr lang="en-US" sz="2100" dirty="0"/>
              <a:t> </a:t>
            </a:r>
            <a:r>
              <a:rPr lang="en-US" sz="2100" dirty="0" err="1"/>
              <a:t>asosiy</a:t>
            </a:r>
            <a:r>
              <a:rPr lang="en-US" sz="2100" dirty="0"/>
              <a:t> </a:t>
            </a:r>
            <a:r>
              <a:rPr lang="en-US" sz="2100" dirty="0" err="1"/>
              <a:t>fikrni</a:t>
            </a:r>
            <a:r>
              <a:rPr lang="en-US" sz="2100" dirty="0"/>
              <a:t> </a:t>
            </a:r>
            <a:r>
              <a:rPr lang="en-US" sz="2100" dirty="0" err="1"/>
              <a:t>kiritishingiz</a:t>
            </a:r>
            <a:r>
              <a:rPr lang="en-US" sz="2100" dirty="0"/>
              <a:t> </a:t>
            </a:r>
            <a:r>
              <a:rPr lang="en-US" sz="2100" dirty="0" err="1"/>
              <a:t>mumkin</a:t>
            </a:r>
            <a:r>
              <a:rPr lang="en-US" sz="2100" dirty="0"/>
              <a:t>.</a:t>
            </a:r>
            <a:endParaRPr lang="ru-RU" sz="2100" dirty="0"/>
          </a:p>
        </p:txBody>
      </p:sp>
      <p:pic>
        <p:nvPicPr>
          <p:cNvPr id="53" name="Рисунок 52" descr="Женщина с темными волосами улыбается, не глядя в камеру">
            <a:extLst>
              <a:ext uri="{FF2B5EF4-FFF2-40B4-BE49-F238E27FC236}">
                <a16:creationId xmlns:a16="http://schemas.microsoft.com/office/drawing/2014/main" id="{3A9FE351-A4C6-4292-8E5E-15D6D36A50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43615" y="1367500"/>
            <a:ext cx="2397795" cy="2397795"/>
          </a:xfr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FFB9C9D2-F8FC-87C8-C827-6AA420D940F1}"/>
              </a:ext>
            </a:extLst>
          </p:cNvPr>
          <p:cNvSpPr/>
          <p:nvPr/>
        </p:nvSpPr>
        <p:spPr>
          <a:xfrm>
            <a:off x="9211786" y="-1802510"/>
            <a:ext cx="4663440" cy="40538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1F34B-93F5-46C0-9BEC-B1A8D550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err="1"/>
              <a:t>Hayot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1FDC16-3D69-48AD-B08B-ED28A10640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dirty="0" err="1"/>
              <a:t>Muhokama</a:t>
            </a:r>
            <a:r>
              <a:rPr lang="en-US" dirty="0"/>
              <a:t> </a:t>
            </a:r>
            <a:r>
              <a:rPr lang="en-US" dirty="0" err="1"/>
              <a:t>qilinayotgan</a:t>
            </a:r>
            <a:r>
              <a:rPr lang="en-US" dirty="0"/>
              <a:t> </a:t>
            </a:r>
            <a:r>
              <a:rPr lang="en-US" dirty="0" err="1"/>
              <a:t>shaxsning</a:t>
            </a:r>
            <a:r>
              <a:rPr lang="en-US" dirty="0"/>
              <a:t> </a:t>
            </a:r>
            <a:r>
              <a:rPr lang="en-US" dirty="0" err="1"/>
              <a:t>tarjimai</a:t>
            </a:r>
            <a:r>
              <a:rPr lang="en-US" dirty="0"/>
              <a:t> </a:t>
            </a:r>
            <a:r>
              <a:rPr lang="en-US" dirty="0" err="1"/>
              <a:t>holini</a:t>
            </a:r>
            <a:r>
              <a:rPr lang="en-US" dirty="0"/>
              <a:t> </a:t>
            </a:r>
            <a:r>
              <a:rPr lang="en-US" dirty="0" err="1"/>
              <a:t>tasvirlab</a:t>
            </a:r>
            <a:r>
              <a:rPr lang="en-US" dirty="0"/>
              <a:t> </a:t>
            </a:r>
            <a:r>
              <a:rPr lang="en-US" dirty="0" err="1"/>
              <a:t>bering</a:t>
            </a:r>
            <a:r>
              <a:rPr lang="en-US" dirty="0"/>
              <a:t>. </a:t>
            </a:r>
            <a:r>
              <a:rPr lang="en-US" dirty="0" err="1"/>
              <a:t>Bular</a:t>
            </a:r>
            <a:r>
              <a:rPr lang="en-US" dirty="0"/>
              <a:t> </a:t>
            </a:r>
            <a:r>
              <a:rPr lang="en-US" dirty="0" err="1"/>
              <a:t>bo'lishi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3DB0A1-C484-4D49-BAC3-ABEE8207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50" y="2079000"/>
            <a:ext cx="1944000" cy="2700000"/>
          </a:xfrm>
        </p:spPr>
        <p:txBody>
          <a:bodyPr lIns="72000" rIns="72000" rtlCol="0"/>
          <a:lstStyle/>
          <a:p>
            <a:pPr rtl="0"/>
            <a:r>
              <a:rPr lang="en-US" dirty="0"/>
              <a:t>Bu </a:t>
            </a:r>
            <a:r>
              <a:rPr lang="en-US" dirty="0" err="1"/>
              <a:t>odamga</a:t>
            </a:r>
            <a:r>
              <a:rPr lang="en-US" dirty="0"/>
              <a:t> </a:t>
            </a:r>
            <a:r>
              <a:rPr lang="en-US" dirty="0" err="1"/>
              <a:t>ta'sir</a:t>
            </a:r>
            <a:r>
              <a:rPr lang="en-US" dirty="0"/>
              <a:t> </a:t>
            </a:r>
            <a:r>
              <a:rPr lang="en-US" dirty="0" err="1"/>
              <a:t>qilgan</a:t>
            </a:r>
            <a:r>
              <a:rPr lang="en-US" dirty="0"/>
              <a:t> </a:t>
            </a:r>
            <a:r>
              <a:rPr lang="en-US" dirty="0" err="1"/>
              <a:t>bolalik</a:t>
            </a:r>
            <a:r>
              <a:rPr lang="en-US" dirty="0"/>
              <a:t> </a:t>
            </a:r>
            <a:r>
              <a:rPr lang="en-US" dirty="0" err="1"/>
              <a:t>xotiralari</a:t>
            </a:r>
            <a:endParaRPr lang="ru-RU" dirty="0"/>
          </a:p>
        </p:txBody>
      </p:sp>
      <p:pic>
        <p:nvPicPr>
          <p:cNvPr id="17" name="Рисунок 16" descr="Колесо обозрения">
            <a:extLst>
              <a:ext uri="{FF2B5EF4-FFF2-40B4-BE49-F238E27FC236}">
                <a16:creationId xmlns:a16="http://schemas.microsoft.com/office/drawing/2014/main" id="{AE7453D0-D40E-4463-83A5-ADE525B32AD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8325" y="2247900"/>
            <a:ext cx="971550" cy="973138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898F5FE2-B28A-4CCD-9910-126A9581F2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581" y="2079000"/>
            <a:ext cx="1944000" cy="2700000"/>
          </a:xfrm>
        </p:spPr>
        <p:txBody>
          <a:bodyPr lIns="72000" rIns="72000" rtlCol="0"/>
          <a:lstStyle/>
          <a:p>
            <a:pPr rtl="0"/>
            <a:r>
              <a:rPr lang="en-US" dirty="0" err="1"/>
              <a:t>Ta’lim</a:t>
            </a:r>
            <a:endParaRPr lang="ru-RU" dirty="0"/>
          </a:p>
        </p:txBody>
      </p:sp>
      <p:pic>
        <p:nvPicPr>
          <p:cNvPr id="19" name="Рисунок 18" descr="Весло в воде">
            <a:extLst>
              <a:ext uri="{FF2B5EF4-FFF2-40B4-BE49-F238E27FC236}">
                <a16:creationId xmlns:a16="http://schemas.microsoft.com/office/drawing/2014/main" id="{4B9CA223-D3A1-4970-848A-26CEBD62287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5" y="2247900"/>
            <a:ext cx="971550" cy="973138"/>
          </a:xfr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AC4A7A4E-C192-4A89-A661-72D76FF2F2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613" y="2079000"/>
            <a:ext cx="1944000" cy="2700000"/>
          </a:xfrm>
        </p:spPr>
        <p:txBody>
          <a:bodyPr lIns="72000" rIns="72000" rtlCol="0"/>
          <a:lstStyle/>
          <a:p>
            <a:pPr rtl="0"/>
            <a:r>
              <a:rPr lang="en-US" dirty="0" err="1"/>
              <a:t>Shaxsning</a:t>
            </a:r>
            <a:r>
              <a:rPr lang="en-US" dirty="0"/>
              <a:t> </a:t>
            </a:r>
            <a:r>
              <a:rPr lang="en-US" dirty="0" err="1"/>
              <a:t>shakllanishiga</a:t>
            </a:r>
            <a:r>
              <a:rPr lang="en-US" dirty="0"/>
              <a:t> </a:t>
            </a:r>
            <a:r>
              <a:rPr lang="en-US" dirty="0" err="1"/>
              <a:t>ta'sir</a:t>
            </a:r>
            <a:r>
              <a:rPr lang="en-US" dirty="0"/>
              <a:t> </a:t>
            </a:r>
            <a:r>
              <a:rPr lang="en-US" dirty="0" err="1"/>
              <a:t>ko'rsatgan</a:t>
            </a:r>
            <a:r>
              <a:rPr lang="en-US" dirty="0"/>
              <a:t> </a:t>
            </a:r>
            <a:r>
              <a:rPr lang="en-US" dirty="0" err="1"/>
              <a:t>odamlar</a:t>
            </a:r>
            <a:endParaRPr lang="ru-RU" dirty="0"/>
          </a:p>
        </p:txBody>
      </p:sp>
      <p:pic>
        <p:nvPicPr>
          <p:cNvPr id="21" name="Рисунок 20" descr="Воздушный шар">
            <a:extLst>
              <a:ext uri="{FF2B5EF4-FFF2-40B4-BE49-F238E27FC236}">
                <a16:creationId xmlns:a16="http://schemas.microsoft.com/office/drawing/2014/main" id="{2309EE82-F242-4D96-98E6-A564E5488BC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13938" y="2247900"/>
            <a:ext cx="973137" cy="973138"/>
          </a:xfr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C944DD-F200-6B48-8A79-099A0899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smtClean="0"/>
              <a:t>2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914363-A960-7CA1-5238-F6455CE9BDFC}"/>
              </a:ext>
            </a:extLst>
          </p:cNvPr>
          <p:cNvSpPr/>
          <p:nvPr/>
        </p:nvSpPr>
        <p:spPr>
          <a:xfrm>
            <a:off x="0" y="5396681"/>
            <a:ext cx="5840361" cy="1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2643D00-43AA-6ACA-F4DF-56EA00457947}"/>
              </a:ext>
            </a:extLst>
          </p:cNvPr>
          <p:cNvSpPr/>
          <p:nvPr/>
        </p:nvSpPr>
        <p:spPr>
          <a:xfrm>
            <a:off x="-1664236" y="3942080"/>
            <a:ext cx="4663440" cy="40538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8A925FE-0406-D7B2-11F4-8D1FFE60400D}"/>
              </a:ext>
            </a:extLst>
          </p:cNvPr>
          <p:cNvSpPr/>
          <p:nvPr/>
        </p:nvSpPr>
        <p:spPr>
          <a:xfrm>
            <a:off x="10400506" y="-2488310"/>
            <a:ext cx="4663440" cy="40538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47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BCAF75-2A8C-712E-4A14-0281B05F98A6}"/>
              </a:ext>
            </a:extLst>
          </p:cNvPr>
          <p:cNvSpPr/>
          <p:nvPr/>
        </p:nvSpPr>
        <p:spPr>
          <a:xfrm>
            <a:off x="0" y="0"/>
            <a:ext cx="5153456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CFA35E-A236-426D-F9D7-9DA1BE1AA9A1}"/>
              </a:ext>
            </a:extLst>
          </p:cNvPr>
          <p:cNvSpPr/>
          <p:nvPr/>
        </p:nvSpPr>
        <p:spPr>
          <a:xfrm>
            <a:off x="5153456" y="0"/>
            <a:ext cx="703854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35BFF-A889-4B62-BCD4-168715A6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Ish</a:t>
            </a:r>
            <a:endParaRPr lang="ru-RU" dirty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A761FA4B-43B9-4C0B-BD10-1127709C97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dirty="0"/>
              <a:t>Bu </a:t>
            </a:r>
            <a:r>
              <a:rPr lang="en-US" dirty="0" err="1"/>
              <a:t>odamning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yutuqlari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gapiring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9" name="Объект 18">
            <a:extLst>
              <a:ext uri="{FF2B5EF4-FFF2-40B4-BE49-F238E27FC236}">
                <a16:creationId xmlns:a16="http://schemas.microsoft.com/office/drawing/2014/main" id="{C8822230-E7F6-4AEC-86F1-6874B8C0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002" y="2019300"/>
            <a:ext cx="1944000" cy="2700000"/>
          </a:xfrm>
        </p:spPr>
        <p:txBody>
          <a:bodyPr rtlCol="0"/>
          <a:lstStyle/>
          <a:p>
            <a:pPr rtl="0"/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voqea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ADB68C1C-48A6-4CB6-AEB1-1B5B9EB9AA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3002" y="2324100"/>
            <a:ext cx="828000" cy="828000"/>
          </a:xfrm>
        </p:spPr>
        <p:txBody>
          <a:bodyPr rtlCol="0"/>
          <a:lstStyle/>
          <a:p>
            <a:pPr rtl="0"/>
            <a:r>
              <a:rPr lang="ru-RU"/>
              <a:t>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2DB73E6-C510-4010-99CD-13C274B57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8258" y="2019300"/>
            <a:ext cx="1943100" cy="2700000"/>
          </a:xfrm>
        </p:spPr>
        <p:txBody>
          <a:bodyPr rtlCol="0"/>
          <a:lstStyle/>
          <a:p>
            <a:pPr rtl="0"/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voqea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C345EEF-8EE2-4AFF-A515-F49E6FA7CA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95808" y="2324100"/>
            <a:ext cx="828000" cy="828000"/>
          </a:xfrm>
        </p:spPr>
        <p:txBody>
          <a:bodyPr rtlCol="0"/>
          <a:lstStyle/>
          <a:p>
            <a:pPr rtl="0"/>
            <a:r>
              <a:rPr lang="ru-RU"/>
              <a:t>2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F544916F-9E82-4943-9F03-05F7811ACC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70615" y="2019300"/>
            <a:ext cx="1943100" cy="2700000"/>
          </a:xfrm>
        </p:spPr>
        <p:txBody>
          <a:bodyPr rtlCol="0"/>
          <a:lstStyle/>
          <a:p>
            <a:pPr rtl="0"/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voqea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3C9C68B-77C0-41C6-AE3E-6C1B595CDE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8165" y="2324100"/>
            <a:ext cx="828000" cy="828000"/>
          </a:xfrm>
        </p:spPr>
        <p:txBody>
          <a:bodyPr rtlCol="0"/>
          <a:lstStyle/>
          <a:p>
            <a:pPr rtl="0"/>
            <a:r>
              <a:rPr lang="ru-RU"/>
              <a:t>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9047CD-1956-7146-971D-D05A280A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11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e'tirof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CC875B-FB79-4EB2-ACC0-A26593F489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shaxsning</a:t>
            </a:r>
            <a:r>
              <a:rPr lang="en-US" dirty="0"/>
              <a:t> </a:t>
            </a:r>
            <a:r>
              <a:rPr lang="en-US" dirty="0" err="1"/>
              <a:t>mukofotlari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e'tirofi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bizga</a:t>
            </a:r>
            <a:r>
              <a:rPr lang="en-US" dirty="0"/>
              <a:t> </a:t>
            </a:r>
            <a:r>
              <a:rPr lang="en-US" dirty="0" err="1"/>
              <a:t>xabar</a:t>
            </a:r>
            <a:r>
              <a:rPr lang="en-US" dirty="0"/>
              <a:t> </a:t>
            </a:r>
            <a:r>
              <a:rPr lang="en-US" dirty="0" err="1"/>
              <a:t>bering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ACB615-64CF-4226-B7EB-A7D9E8A80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17" name="Рисунок 16" descr="Пьедестал">
            <a:extLst>
              <a:ext uri="{FF2B5EF4-FFF2-40B4-BE49-F238E27FC236}">
                <a16:creationId xmlns:a16="http://schemas.microsoft.com/office/drawing/2014/main" id="{CA59F1EA-7BF1-46B0-8D92-7F28002EA8F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4397" t="-24397" r="-24397" b="-24397"/>
          <a:stretch/>
        </p:blipFill>
        <p:spPr>
          <a:xfrm>
            <a:off x="5648550" y="729000"/>
            <a:ext cx="972000" cy="97200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7CC704F7-10A3-438C-BF49-21B39AA5F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19" name="Рисунок 18" descr="Медаль">
            <a:extLst>
              <a:ext uri="{FF2B5EF4-FFF2-40B4-BE49-F238E27FC236}">
                <a16:creationId xmlns:a16="http://schemas.microsoft.com/office/drawing/2014/main" id="{AEA436B7-2654-4FEB-A48E-421EF9A9A0B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1552" t="-31590" r="-31628" b="-31590"/>
          <a:stretch/>
        </p:blipFill>
        <p:spPr>
          <a:xfrm>
            <a:off x="7781581" y="729000"/>
            <a:ext cx="972000" cy="972000"/>
          </a:xfr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C0CB0B93-889C-4918-9E62-5E04701696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1" name="Рисунок 20" descr="Кубок">
            <a:extLst>
              <a:ext uri="{FF2B5EF4-FFF2-40B4-BE49-F238E27FC236}">
                <a16:creationId xmlns:a16="http://schemas.microsoft.com/office/drawing/2014/main" id="{7A368000-5E96-4DAA-B5E5-BDD2F634DBA4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34126" t="-34065" r="-34281" b="-34065"/>
          <a:stretch/>
        </p:blipFill>
        <p:spPr>
          <a:xfrm>
            <a:off x="9914613" y="729000"/>
            <a:ext cx="972000" cy="972000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E818D25A-67F7-4CDC-A9F9-92E596277C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3" name="Рисунок 22" descr="Лента">
            <a:extLst>
              <a:ext uri="{FF2B5EF4-FFF2-40B4-BE49-F238E27FC236}">
                <a16:creationId xmlns:a16="http://schemas.microsoft.com/office/drawing/2014/main" id="{2F9CFDA8-BA9E-4328-B0A0-62AD1193A61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8442" t="-28442" r="-28442" b="-28442"/>
          <a:stretch/>
        </p:blipFill>
        <p:spPr>
          <a:xfrm>
            <a:off x="5648550" y="3598323"/>
            <a:ext cx="972000" cy="972000"/>
          </a:xfr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78C2BF3-B597-4BD5-90B4-54EB9C2F6E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5" name="Рисунок 24" descr="Диплом">
            <a:extLst>
              <a:ext uri="{FF2B5EF4-FFF2-40B4-BE49-F238E27FC236}">
                <a16:creationId xmlns:a16="http://schemas.microsoft.com/office/drawing/2014/main" id="{D848E5F5-40CC-4937-BDFD-77AE052CF96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777" t="-20809" r="-20842" b="-20809"/>
          <a:stretch/>
        </p:blipFill>
        <p:spPr>
          <a:xfrm>
            <a:off x="7781581" y="3598323"/>
            <a:ext cx="972000" cy="972000"/>
          </a:xfr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1637545D-50F9-427A-9297-89D0C0CFAB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n-US" dirty="0" err="1"/>
              <a:t>Mukofot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7" name="Рисунок 26" descr="Венок">
            <a:extLst>
              <a:ext uri="{FF2B5EF4-FFF2-40B4-BE49-F238E27FC236}">
                <a16:creationId xmlns:a16="http://schemas.microsoft.com/office/drawing/2014/main" id="{5CF2F104-BBB7-4069-B6BF-9A845C32FDC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2209" t="-22157" r="-22342" b="-22157"/>
          <a:stretch/>
        </p:blipFill>
        <p:spPr>
          <a:xfrm>
            <a:off x="9914613" y="3598323"/>
            <a:ext cx="972000" cy="972000"/>
          </a:xfr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EC7ECEE9-580B-8B4A-919F-4C04337C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smtClean="0"/>
              <a:t>4</a:t>
            </a:fld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E77218-E4B3-49D5-FD28-1C27140D4E83}"/>
              </a:ext>
            </a:extLst>
          </p:cNvPr>
          <p:cNvSpPr/>
          <p:nvPr/>
        </p:nvSpPr>
        <p:spPr>
          <a:xfrm rot="1332661">
            <a:off x="11756696" y="4607646"/>
            <a:ext cx="2895600" cy="27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79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AA098E5-C7EC-9AD1-59F2-8E1BD6E61640}"/>
              </a:ext>
            </a:extLst>
          </p:cNvPr>
          <p:cNvSpPr/>
          <p:nvPr/>
        </p:nvSpPr>
        <p:spPr>
          <a:xfrm>
            <a:off x="-320583" y="274320"/>
            <a:ext cx="5053218" cy="6583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7B48048-99F6-092A-EAAB-BC6B31F43246}"/>
              </a:ext>
            </a:extLst>
          </p:cNvPr>
          <p:cNvSpPr/>
          <p:nvPr/>
        </p:nvSpPr>
        <p:spPr>
          <a:xfrm rot="1332661">
            <a:off x="-1192555" y="-1483900"/>
            <a:ext cx="5053218" cy="86316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00B74-5475-4C20-9E4F-D93144C7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err="1"/>
              <a:t>Meros</a:t>
            </a:r>
            <a:endParaRPr lang="ru-RU" dirty="0"/>
          </a:p>
        </p:txBody>
      </p:sp>
      <p:pic>
        <p:nvPicPr>
          <p:cNvPr id="18" name="Рисунок 17" descr="Женщина с темными волосами улыбается, не глядя в камеру">
            <a:extLst>
              <a:ext uri="{FF2B5EF4-FFF2-40B4-BE49-F238E27FC236}">
                <a16:creationId xmlns:a16="http://schemas.microsoft.com/office/drawing/2014/main" id="{95A486D2-A2CB-47AF-AB12-0976F3BAED5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62185" y="819771"/>
            <a:ext cx="2179814" cy="2179814"/>
          </a:xfr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A70F1B58-257D-4779-A040-5E1616327E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>
            <a:normAutofit fontScale="85000" lnSpcReduction="20000"/>
          </a:bodyPr>
          <a:lstStyle/>
          <a:p>
            <a:pPr rtl="0"/>
            <a:r>
              <a:rPr lang="en-US" dirty="0" err="1"/>
              <a:t>Tomoshabinlarga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odam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meros</a:t>
            </a:r>
            <a:r>
              <a:rPr lang="en-US" dirty="0"/>
              <a:t> </a:t>
            </a:r>
            <a:r>
              <a:rPr lang="en-US" dirty="0" err="1"/>
              <a:t>qoldirganini</a:t>
            </a:r>
            <a:r>
              <a:rPr lang="en-US" dirty="0"/>
              <a:t> </a:t>
            </a:r>
            <a:r>
              <a:rPr lang="en-US" dirty="0" err="1"/>
              <a:t>ayting</a:t>
            </a:r>
            <a:r>
              <a:rPr lang="en-US" dirty="0"/>
              <a:t>.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u </a:t>
            </a:r>
            <a:r>
              <a:rPr lang="en-US" dirty="0" err="1"/>
              <a:t>dunyoni</a:t>
            </a:r>
            <a:r>
              <a:rPr lang="en-US" dirty="0"/>
              <a:t> </a:t>
            </a:r>
            <a:r>
              <a:rPr lang="en-US" dirty="0" err="1"/>
              <a:t>o'zgartirdi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85B3B5D-2D70-464D-97D7-2F81F133E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0" name="Рисунок 19" descr="Колесо обозрения">
            <a:extLst>
              <a:ext uri="{FF2B5EF4-FFF2-40B4-BE49-F238E27FC236}">
                <a16:creationId xmlns:a16="http://schemas.microsoft.com/office/drawing/2014/main" id="{9E5CE8C1-B631-446C-9BB6-0814870B5EC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B5E06AD1-C7AD-4761-9E4E-0F0DDD088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2" name="Рисунок 21" descr="Весло в воде">
            <a:extLst>
              <a:ext uri="{FF2B5EF4-FFF2-40B4-BE49-F238E27FC236}">
                <a16:creationId xmlns:a16="http://schemas.microsoft.com/office/drawing/2014/main" id="{448F3FAC-A0F2-4FD5-A9B2-29E38370C08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4F730BB3-A959-4EF9-B77F-FBF43DB5A8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4" name="Рисунок 23" descr="Воздушный шар">
            <a:extLst>
              <a:ext uri="{FF2B5EF4-FFF2-40B4-BE49-F238E27FC236}">
                <a16:creationId xmlns:a16="http://schemas.microsoft.com/office/drawing/2014/main" id="{B645D955-0DD1-4098-B4D9-1EC11300FD81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0BBAFCA-88C5-4965-BDEC-02CBA7481B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6" name="Рисунок 25" descr="Пирамида из гальки&#10;">
            <a:extLst>
              <a:ext uri="{FF2B5EF4-FFF2-40B4-BE49-F238E27FC236}">
                <a16:creationId xmlns:a16="http://schemas.microsoft.com/office/drawing/2014/main" id="{BDCF608A-9254-4801-8B1F-A7AA58FE590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08FE4DC2-8CCB-442B-B83B-CB17CB8293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28" name="Рисунок 27" descr="Различные календарные даты, распечатанные на бумаге и сложенные в кучу">
            <a:extLst>
              <a:ext uri="{FF2B5EF4-FFF2-40B4-BE49-F238E27FC236}">
                <a16:creationId xmlns:a16="http://schemas.microsoft.com/office/drawing/2014/main" id="{7E7712B6-62E7-468F-AE58-5306EA579A7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2CBD5911-3682-4285-879A-C6AC261D87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en-US" dirty="0" err="1"/>
              <a:t>Yutuq</a:t>
            </a:r>
            <a:r>
              <a:rPr lang="en-US" dirty="0"/>
              <a:t> </a:t>
            </a:r>
            <a:r>
              <a:rPr lang="en-US" dirty="0" err="1"/>
              <a:t>tavsifi</a:t>
            </a:r>
            <a:endParaRPr lang="ru-RU" dirty="0"/>
          </a:p>
        </p:txBody>
      </p:sp>
      <p:pic>
        <p:nvPicPr>
          <p:cNvPr id="30" name="Рисунок 29" descr="Шахматная доска с королем и пешкой друг напротив друга">
            <a:extLst>
              <a:ext uri="{FF2B5EF4-FFF2-40B4-BE49-F238E27FC236}">
                <a16:creationId xmlns:a16="http://schemas.microsoft.com/office/drawing/2014/main" id="{D878A039-CB99-412A-BAD5-1D6255F0C322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38360A-177E-E146-99A7-581A7828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11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5" descr="Мальчик, играющий на игровой площадке перед зданием с квартирами&#10;">
            <a:extLst>
              <a:ext uri="{FF2B5EF4-FFF2-40B4-BE49-F238E27FC236}">
                <a16:creationId xmlns:a16="http://schemas.microsoft.com/office/drawing/2014/main" id="{46148692-01F9-F0AF-248D-A06D949F3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168" y="923544"/>
            <a:ext cx="6455664" cy="5010912"/>
          </a:xfrm>
          <a:noFill/>
        </p:spPr>
        <p:txBody>
          <a:bodyPr rtlCol="0" anchor="ctr"/>
          <a:lstStyle/>
          <a:p>
            <a:pPr rtl="0"/>
            <a:r>
              <a:rPr lang="en-US" dirty="0" err="1"/>
              <a:t>Aloqa</a:t>
            </a:r>
            <a:r>
              <a:rPr lang="en-US" dirty="0"/>
              <a:t> </a:t>
            </a:r>
            <a:r>
              <a:rPr lang="en-US" dirty="0" err="1"/>
              <a:t>kuchi</a:t>
            </a:r>
            <a:endParaRPr lang="ru" dirty="0"/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135</Words>
  <Application>Microsoft Office PowerPoint</Application>
  <PresentationFormat>Широкоэкранный</PresentationFormat>
  <Paragraphs>42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Prezentatsiya  nomi</vt:lpstr>
      <vt:lpstr>Hayot</vt:lpstr>
      <vt:lpstr>Ish</vt:lpstr>
      <vt:lpstr>Mukofotlar va e'tirof</vt:lpstr>
      <vt:lpstr>Meros</vt:lpstr>
      <vt:lpstr>Aloqa kuchi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Abdushukurov Fazikhuddin</dc:creator>
  <cp:lastModifiedBy>Abdushukurov Fazikhuddin</cp:lastModifiedBy>
  <cp:revision>3</cp:revision>
  <dcterms:created xsi:type="dcterms:W3CDTF">2024-11-26T08:41:05Z</dcterms:created>
  <dcterms:modified xsi:type="dcterms:W3CDTF">2024-11-26T10:28:45Z</dcterms:modified>
</cp:coreProperties>
</file>